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>
            <a:solidFill>
              <a:srgbClr val="F3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0078D4"/>
                </a:solidFill>
                <a:latin typeface="Segoe UI"/>
              </a:rPr>
              <a:t>Programmatic PowerPoint</a:t>
            </a:r>
          </a:p>
          <a:p>
            <a:r>
              <a:rPr sz="5400" b="1">
                <a:solidFill>
                  <a:srgbClr val="0078D4"/>
                </a:solidFill>
                <a:latin typeface="Segoe UI"/>
              </a:rPr>
              <a:t>Capabilities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5E5C"/>
                </a:solidFill>
                <a:latin typeface="Segoe UI"/>
              </a:rPr>
              <a:t>Demonstrating python-pptx + API Integrations</a:t>
            </a:r>
          </a:p>
        </p:txBody>
      </p:sp>
      <p:pic>
        <p:nvPicPr>
          <p:cNvPr id="5" name="Picture 4" descr="avatar_spea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303520"/>
            <a:ext cx="1005840" cy="1005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23130"/>
                </a:solidFill>
              </a:rPr>
              <a:t>Chart Generation via QuickChart.io</a:t>
            </a:r>
          </a:p>
        </p:txBody>
      </p:sp>
      <p:pic>
        <p:nvPicPr>
          <p:cNvPr id="3" name="Picture 2" descr="chart_q1_q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8800"/>
            <a:ext cx="7589520" cy="421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23130"/>
                </a:solidFill>
              </a:rPr>
              <a:t>Updated Data (Watch the Morph!)</a:t>
            </a:r>
          </a:p>
        </p:txBody>
      </p:sp>
      <p:pic>
        <p:nvPicPr>
          <p:cNvPr id="3" name="Picture 2" descr="chart_upd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8800"/>
            <a:ext cx="7589520" cy="421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23130"/>
                </a:solidFill>
              </a:rPr>
              <a:t>AI-Generated Visuals (Ideogram API)</a:t>
            </a:r>
          </a:p>
        </p:txBody>
      </p:sp>
      <p:pic>
        <p:nvPicPr>
          <p:cNvPr id="3" name="Picture 2" descr="ai_generated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418320" cy="5283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94360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05E5C"/>
                </a:solidFill>
              </a:rPr>
              <a:t>Prompt: "Modern minimalist office workspace with laptop, coffee, and natural lighting, professional photography, clean aesthetic"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23130"/>
                </a:solidFill>
              </a:rPr>
              <a:t>Stock Photography (Unsplash + Pexels)</a:t>
            </a:r>
          </a:p>
        </p:txBody>
      </p:sp>
      <p:pic>
        <p:nvPicPr>
          <p:cNvPr id="3" name="Picture 2" descr="stock_unsp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3535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2120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8D4"/>
                </a:solidFill>
              </a:rPr>
              <a:t>Unsplash API</a:t>
            </a:r>
          </a:p>
        </p:txBody>
      </p:sp>
      <p:pic>
        <p:nvPicPr>
          <p:cNvPr id="5" name="Picture 4" descr="stock_pex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303520" cy="35375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52120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8764B8"/>
                </a:solidFill>
              </a:rPr>
              <a:t>Pexels API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23130"/>
                </a:solidFill>
              </a:rPr>
              <a:t>Diagram Generation (Mermaid)</a:t>
            </a:r>
          </a:p>
        </p:txBody>
      </p:sp>
      <p:pic>
        <p:nvPicPr>
          <p:cNvPr id="3" name="Picture 2" descr="mermaid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8503920" cy="143824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23130"/>
                </a:solidFill>
              </a:rPr>
              <a:t>Avatar Generation (DiceBear API)</a:t>
            </a:r>
          </a:p>
        </p:txBody>
      </p:sp>
      <p:pic>
        <p:nvPicPr>
          <p:cNvPr id="3" name="Picture 2" descr="avatar_al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2918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23130"/>
                </a:solidFill>
              </a:rPr>
              <a:t>Alice</a:t>
            </a:r>
          </a:p>
        </p:txBody>
      </p:sp>
      <p:pic>
        <p:nvPicPr>
          <p:cNvPr id="5" name="Picture 4" descr="avatar_b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011680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0" y="32918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23130"/>
                </a:solidFill>
              </a:rPr>
              <a:t>Bob</a:t>
            </a:r>
          </a:p>
        </p:txBody>
      </p:sp>
      <p:pic>
        <p:nvPicPr>
          <p:cNvPr id="7" name="Picture 6" descr="avatar_charl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011680"/>
            <a:ext cx="1188720" cy="118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0" y="32918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23130"/>
                </a:solidFill>
              </a:rPr>
              <a:t>Charlie</a:t>
            </a:r>
          </a:p>
        </p:txBody>
      </p:sp>
      <p:pic>
        <p:nvPicPr>
          <p:cNvPr id="9" name="Picture 8" descr="avatar_dia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840480"/>
            <a:ext cx="1188720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5120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23130"/>
                </a:solidFill>
              </a:rPr>
              <a:t>Diana</a:t>
            </a:r>
          </a:p>
        </p:txBody>
      </p:sp>
      <p:pic>
        <p:nvPicPr>
          <p:cNvPr id="11" name="Picture 10" descr="avatar_e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840480"/>
            <a:ext cx="1188720" cy="1188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0400" y="5120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23130"/>
                </a:solidFill>
              </a:rPr>
              <a:t>Eve</a:t>
            </a:r>
          </a:p>
        </p:txBody>
      </p:sp>
      <p:pic>
        <p:nvPicPr>
          <p:cNvPr id="13" name="Picture 12" descr="avatar_fra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840480"/>
            <a:ext cx="118872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0" y="5120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23130"/>
                </a:solidFill>
              </a:rPr>
              <a:t>Frank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Full Integration: All Capabilities Combined</a:t>
            </a:r>
          </a:p>
        </p:txBody>
      </p:sp>
      <p:pic>
        <p:nvPicPr>
          <p:cNvPr id="4" name="Picture 3" descr="hero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400800" cy="3590693"/>
          </a:xfrm>
          <a:prstGeom prst="rect">
            <a:avLst/>
          </a:prstGeom>
        </p:spPr>
      </p:pic>
      <p:pic>
        <p:nvPicPr>
          <p:cNvPr id="5" name="Picture 4" descr="mini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0"/>
            <a:ext cx="411480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3891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23130"/>
                </a:solidFill>
              </a:rPr>
              <a:t>• AI-Generated Images (Ideogram)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09159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23130"/>
                </a:solidFill>
              </a:rPr>
              <a:t>• Dynamic Charts (QuickChart.io)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23130"/>
                </a:solidFill>
              </a:rPr>
              <a:t>• Stock Photography (Unsplash/Pexels)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23130"/>
                </a:solidFill>
              </a:rPr>
              <a:t>• Diagrams &amp; Flowcharts (Mermaid)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79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23130"/>
                </a:solidFill>
              </a:rPr>
              <a:t>• Custom Avatars (DiceBear)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